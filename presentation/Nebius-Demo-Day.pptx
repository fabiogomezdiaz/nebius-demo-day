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B1F33"/>
                </a:solidFill>
                <a:latin typeface="Calibri"/>
              </a:rPr>
              <a:t>Nebius Demo Day</a:t>
            </a:r>
          </a:p>
          <a:p>
            <a:r>
              <a:rPr sz="2200" b="0">
                <a:solidFill>
                  <a:srgbClr val="1F7A6B"/>
                </a:solidFill>
                <a:latin typeface="Calibri"/>
              </a:rPr>
              <a:t>Soperator on 2×H100 without InfiniBand</a:t>
            </a:r>
          </a:p>
          <a:p>
            <a:pPr>
              <a:spcBef>
                <a:spcPts val="1600"/>
              </a:spcBef>
            </a:pPr>
            <a:r>
              <a:rPr sz="1600" b="0">
                <a:solidFill>
                  <a:srgbClr val="4A5560"/>
                </a:solidFill>
                <a:latin typeface="Calibri"/>
              </a:rPr>
              <a:t>Distributed LoRA fine-tune  →  vLLM on the same MK8s cluster  →  base vs trained compare</a:t>
            </a:r>
          </a:p>
          <a:p>
            <a:pPr>
              <a:spcBef>
                <a:spcPts val="28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Fabio Gomez Diaz  ·  Recipe soperator-v4.1.8-1  ·  Qwen2.5-7B-Instruct + 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What the assignment 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1945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A6B"/>
                </a:solidFill>
                <a:latin typeface="Calibri"/>
              </a:rPr>
              <a:t>Task 1 — required pass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Deploy Soperator from the latest tag, not main.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Run distributed training / fine-tuning.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Manipulate Terraform so 1×H100 nodes work without InfiniBand.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486400" cy="21945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A6B"/>
                </a:solidFill>
                <a:latin typeface="Calibri"/>
              </a:rPr>
              <a:t>Tasks 2–4 — extra mile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Serve the trained model on the same k8s cluster.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Run the original model and compare.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Keep more than 80% of the GPUs busy.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03320"/>
            <a:ext cx="11247120" cy="228600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A6B"/>
                </a:solidFill>
                <a:latin typeface="Calibri"/>
              </a:rPr>
              <a:t>Hard limits from the invitation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2×H100 total, 1 GPU per node. Single MK8s cluster.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1gpu-16vcpu-200gb cannot join a GPU cluster / IB fabric.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CPU nodesets: 8 nodes / 64 vCPU. public_o11y_enabled = false. One jail filesystem, not shared with another jail.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Keep the lab up for the interview. Decommission only after.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If you know GPU Operator + 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GPU Operator makes nvidia.com/gpu real on Kubernetes. Soperator makes Slurm real on Kubernetes.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You still have one MK8s cluster. You SSH to a login node and sbatch jobs instead of kubectl apply GPU Deployments.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The jail is a shared root filesystem. Install Python once; both H100 workers see the same env and /mnt/data.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vLLM is unchanged. It just runs inside a Slurm allocation, because worker pods already own the GPUs.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Fine-tune = continue training a pretrained model on our examples. LoRA = train small adapters, not all 7B weights.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Distributed = two processes (one GPU each) averaging gradients. NCCL does that; here it must use Ethernet, not IB.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Architecture — one cluster, two Ethernet H100s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657600" cy="466344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A6B"/>
                </a:solidFill>
                <a:latin typeface="Calibri"/>
              </a:rPr>
              <a:t>CPU nodesets (64 vCPU)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System  4 × 8 vCPU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Login  1 × 16 vCPU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Accounting  1 × 8 vCPU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Controller  1 × 4 vCPU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NFS  1 × 4 vCPU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Login is the SSH front door.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Controller is the Slurm brain.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34440"/>
            <a:ext cx="3657600" cy="466344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A6B"/>
                </a:solidFill>
                <a:latin typeface="Calibri"/>
              </a:rPr>
              <a:t>GPU workers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2 × gpu-h100-sxm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Preset 1gpu-16vcpu-200gb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gpu_cluster = null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No IB NIC, no GPU cluster object.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NCCL over TCP (eth0).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Training uses both cards.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Then 1 GPU base + 1 GPU LoRA serve.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34440"/>
            <a:ext cx="3566160" cy="466344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A6B"/>
                </a:solidFill>
                <a:latin typeface="Calibri"/>
              </a:rPr>
              <a:t>Storage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New jail filesystem (256 GiB).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Data submount /mnt/data (512 GiB).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Models, dataset, adapters, logs.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Do not reuse another jail FS.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Drivers from Nebius GPU image.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Network Operator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The InfiniBand Terraform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Stock example: gpu_cluster = { infiniband_fabric = "" }  — validation fails (id or fabric required).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Stock example: 8gpu-128vcpu-1600gb  — that preset is IB-capable; ours is not.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Fix: preset = 1gpu-16vcpu-200gb and gpu_cluster = null.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That leaves local.gpu_clusters_v2 empty, so Terraform does not create nebius_compute_v1_gpu_cluster.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MK8s node group template.gpu_cluster stays unset. use_preinstalled_gpu_drivers = true skips Network Operator.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Also required: public_o11y_enabled = false, active_checks_scope = "essential", shm 64 GiB not 1024 GiB.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Pinned tag soperator-v4.1.8-1 / operator 4.1.8. production = false for the sandbox.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Task 1 — distributed LoRA fine-tune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Model: Qwen2.5-7B-Instruct. Method: LoRA SFT (rank 16) with Hugging Face TRL.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Dataset: 40 made-up Helios Robotics FAQ pairs. Base model cannot know Mira Chen or HX-441.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Launch: sbatch train.sbatch → srun torchrun --nnodes 2 --nproc_per_node 1.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NCCL_IB_DISABLE=1, NCCL_NET=Socket, NCCL_SOCKET_IFNAME=eth0.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Checkpoint: /mnt/data/nebius-demo/checkpoints/helios-lora (adapters only).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Why 7B not 1.5B: large enough to load the H100s for task 4; small enough to finish in the lab.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Pass signal: squeue on 2 nodes, world_size=2 in the log, adapters on disk, both GPUs busy.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Tasks 2 and 3 — serve and compare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466344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A6B"/>
                </a:solidFill>
                <a:latin typeface="Calibri"/>
              </a:rPr>
              <a:t>Task 2  ·  vLLM on Slurm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serve_ft.sbatch: 1 GPU, port 8001.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--enable-lora --lora-modules helios=...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Same OpenAI /v1/chat/completions API.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Do not kubectl apply a GPU Deployment.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Worker pods already hold nvidia.com/gpu.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Tunnel via login node for a laptop curl.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486400" cy="466344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A6B"/>
                </a:solidFill>
                <a:latin typeface="Calibri"/>
              </a:rPr>
              <a:t>Task 3  ·  A/B on two GPUs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serve_base.sbatch: original Qwen on port 8000.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compare.py sends identical prompts to both.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In-domain: CEO, cooling loop, HX-441.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Control: capital of France (both should work).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Headline is qualitative, not a leaderboard.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Save outputs/comparison.md for the email.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Task 4 — more than 80% of the GPUs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There are only two GPUs. Using both is 100% of capacity. Also push SM util on each card above 80%.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During training: seq 2048, per-device batch 4, grad accum 4, packing on. Tiny batches will not fill an H100.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Evidence: Nebius console GPU dashboards + nvidia-smi dmon on both workers.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After training: base server on GPU 0, fine-tuned server on GPU 1, loadgen.py for concurrent traffic.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Talking point: no NVLink domain across nodes and no IB — DDP still works, just over Ethernet.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Live demo flow (about 8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1 min  Constraints + gpu_cluster = null in tfvars.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1 min  kubectl get nodes and sinfo. Two GPU workers.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2 min  Training log (world_size=2) and LoRA checkpoint.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2 min  Curl the fine-tuned model: Who is the CEO of Helios Robotics?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1 min  comparison.md — in-domain hit + Paris still works.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1 min  GPU dashboard screenshot from the training run.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Leave the cluster up. Do not terraform destroy.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Design decisions to defend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Slurm jobs instead of k8s Deployments — GPUs are already in the Soperator worker pods.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LoRA instead of full SFT — faster, smaller artifact, still a real fine-tune.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Synthetic FAQ instead of Alpaca — the quality delta is visible in a 30-second curl.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essential active checks — IB NCCL health checks cannot pass on this preset.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New jail + /mnt/data — assignment forbids sharing a filesystem across two jails.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If we had 8×H100 + IB: restore infiniband_fabric, 8gpu preset, drop NCCL_IB_DISABLE, nproc_per_node=8.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Likely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Validation error on gpu_cluster — you still passed an empty infiniband_fabric object.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Node group API error — fabric/id still set on a 1-GPU preset.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yq: command not found — install yq on the Terraform laptop.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Public o11y / missing telemetry profile — public_o11y_enabled still true.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NCCL hang at init — IB not disabled or wrong NCCL_SOCKET_IFNAME (run ip -br addr).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vLLM Pending as a Deployment — expected; run it via sbatch.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OOM — lower PER_DEVICE_BATCH; 7B LoRA on 80 GB should otherwise be comfortable.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Ask /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Sandbox console + Slack invites, if they are not in yet.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Confirm region has gpu-h100-sxm (docs: eu-north1).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SSH public key into terraform.tfvars, then bootstrap + apply.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Task 1 is the pass. Tasks 2–4 are the extra mile and fit on the same two GPUs.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Repo: docs, Terraform overlay, workloads, and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0"/>
                </a:solidFill>
                <a:latin typeface="Calibri"/>
              </a:rPr>
              <a:t>Nebius Demo Day  ·  Fabio Gomez Diaz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